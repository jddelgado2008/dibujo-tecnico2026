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s-C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C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s-C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EAE1D-A17F-4488-A7C3-FE2BA9BAA39C}" type="datetimeFigureOut">
              <a:rPr lang="es-CR" smtClean="0"/>
              <a:t>10/9/2026</a:t>
            </a:fld>
            <a:endParaRPr lang="es-C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50F48-4DBC-46EB-817A-4519D20C4505}" type="slidenum">
              <a:rPr lang="es-CR" smtClean="0"/>
              <a:t>‹Nº›</a:t>
            </a:fld>
            <a:endParaRPr lang="es-CR"/>
          </a:p>
        </p:txBody>
      </p:sp>
    </p:spTree>
    <p:extLst>
      <p:ext uri="{BB962C8B-B14F-4D97-AF65-F5344CB8AC3E}">
        <p14:creationId xmlns:p14="http://schemas.microsoft.com/office/powerpoint/2010/main" val="12231130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R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EAE1D-A17F-4488-A7C3-FE2BA9BAA39C}" type="datetimeFigureOut">
              <a:rPr lang="es-CR" smtClean="0"/>
              <a:t>10/9/2026</a:t>
            </a:fld>
            <a:endParaRPr lang="es-C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50F48-4DBC-46EB-817A-4519D20C4505}" type="slidenum">
              <a:rPr lang="es-CR" smtClean="0"/>
              <a:t>‹Nº›</a:t>
            </a:fld>
            <a:endParaRPr lang="es-CR"/>
          </a:p>
        </p:txBody>
      </p:sp>
    </p:spTree>
    <p:extLst>
      <p:ext uri="{BB962C8B-B14F-4D97-AF65-F5344CB8AC3E}">
        <p14:creationId xmlns:p14="http://schemas.microsoft.com/office/powerpoint/2010/main" val="2697489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CR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EAE1D-A17F-4488-A7C3-FE2BA9BAA39C}" type="datetimeFigureOut">
              <a:rPr lang="es-CR" smtClean="0"/>
              <a:t>10/9/2026</a:t>
            </a:fld>
            <a:endParaRPr lang="es-C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50F48-4DBC-46EB-817A-4519D20C4505}" type="slidenum">
              <a:rPr lang="es-CR" smtClean="0"/>
              <a:t>‹Nº›</a:t>
            </a:fld>
            <a:endParaRPr lang="es-CR"/>
          </a:p>
        </p:txBody>
      </p:sp>
    </p:spTree>
    <p:extLst>
      <p:ext uri="{BB962C8B-B14F-4D97-AF65-F5344CB8AC3E}">
        <p14:creationId xmlns:p14="http://schemas.microsoft.com/office/powerpoint/2010/main" val="1470279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R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R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R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EAE1D-A17F-4488-A7C3-FE2BA9BAA39C}" type="datetimeFigureOut">
              <a:rPr lang="es-CR" smtClean="0"/>
              <a:t>10/9/2026</a:t>
            </a:fld>
            <a:endParaRPr lang="es-C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50F48-4DBC-46EB-817A-4519D20C4505}" type="slidenum">
              <a:rPr lang="es-CR" smtClean="0"/>
              <a:t>‹Nº›</a:t>
            </a:fld>
            <a:endParaRPr lang="es-CR"/>
          </a:p>
        </p:txBody>
      </p:sp>
    </p:spTree>
    <p:extLst>
      <p:ext uri="{BB962C8B-B14F-4D97-AF65-F5344CB8AC3E}">
        <p14:creationId xmlns:p14="http://schemas.microsoft.com/office/powerpoint/2010/main" val="16387978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R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R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R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EAE1D-A17F-4488-A7C3-FE2BA9BAA39C}" type="datetimeFigureOut">
              <a:rPr lang="es-CR" smtClean="0"/>
              <a:t>10/9/2026</a:t>
            </a:fld>
            <a:endParaRPr lang="es-CR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R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50F48-4DBC-46EB-817A-4519D20C4505}" type="slidenum">
              <a:rPr lang="es-CR" smtClean="0"/>
              <a:t>‹Nº›</a:t>
            </a:fld>
            <a:endParaRPr lang="es-CR"/>
          </a:p>
        </p:txBody>
      </p:sp>
    </p:spTree>
    <p:extLst>
      <p:ext uri="{BB962C8B-B14F-4D97-AF65-F5344CB8AC3E}">
        <p14:creationId xmlns:p14="http://schemas.microsoft.com/office/powerpoint/2010/main" val="23120272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R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EAE1D-A17F-4488-A7C3-FE2BA9BAA39C}" type="datetimeFigureOut">
              <a:rPr lang="es-CR" smtClean="0"/>
              <a:t>10/9/2026</a:t>
            </a:fld>
            <a:endParaRPr lang="es-CR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R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50F48-4DBC-46EB-817A-4519D20C4505}" type="slidenum">
              <a:rPr lang="es-CR" smtClean="0"/>
              <a:t>‹Nº›</a:t>
            </a:fld>
            <a:endParaRPr lang="es-CR"/>
          </a:p>
        </p:txBody>
      </p:sp>
    </p:spTree>
    <p:extLst>
      <p:ext uri="{BB962C8B-B14F-4D97-AF65-F5344CB8AC3E}">
        <p14:creationId xmlns:p14="http://schemas.microsoft.com/office/powerpoint/2010/main" val="4193403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EAE1D-A17F-4488-A7C3-FE2BA9BAA39C}" type="datetimeFigureOut">
              <a:rPr lang="es-CR" smtClean="0"/>
              <a:t>10/9/2026</a:t>
            </a:fld>
            <a:endParaRPr lang="es-CR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R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50F48-4DBC-46EB-817A-4519D20C4505}" type="slidenum">
              <a:rPr lang="es-CR" smtClean="0"/>
              <a:t>‹Nº›</a:t>
            </a:fld>
            <a:endParaRPr lang="es-CR"/>
          </a:p>
        </p:txBody>
      </p:sp>
    </p:spTree>
    <p:extLst>
      <p:ext uri="{BB962C8B-B14F-4D97-AF65-F5344CB8AC3E}">
        <p14:creationId xmlns:p14="http://schemas.microsoft.com/office/powerpoint/2010/main" val="4121063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CR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R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EAE1D-A17F-4488-A7C3-FE2BA9BAA39C}" type="datetimeFigureOut">
              <a:rPr lang="es-CR" smtClean="0"/>
              <a:t>10/9/2026</a:t>
            </a:fld>
            <a:endParaRPr lang="es-C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50F48-4DBC-46EB-817A-4519D20C4505}" type="slidenum">
              <a:rPr lang="es-CR" smtClean="0"/>
              <a:t>‹Nº›</a:t>
            </a:fld>
            <a:endParaRPr lang="es-CR"/>
          </a:p>
        </p:txBody>
      </p:sp>
    </p:spTree>
    <p:extLst>
      <p:ext uri="{BB962C8B-B14F-4D97-AF65-F5344CB8AC3E}">
        <p14:creationId xmlns:p14="http://schemas.microsoft.com/office/powerpoint/2010/main" val="240195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CR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R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EAE1D-A17F-4488-A7C3-FE2BA9BAA39C}" type="datetimeFigureOut">
              <a:rPr lang="es-CR" smtClean="0"/>
              <a:t>10/9/2026</a:t>
            </a:fld>
            <a:endParaRPr lang="es-C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50F48-4DBC-46EB-817A-4519D20C4505}" type="slidenum">
              <a:rPr lang="es-CR" smtClean="0"/>
              <a:t>‹Nº›</a:t>
            </a:fld>
            <a:endParaRPr lang="es-CR"/>
          </a:p>
        </p:txBody>
      </p:sp>
    </p:spTree>
    <p:extLst>
      <p:ext uri="{BB962C8B-B14F-4D97-AF65-F5344CB8AC3E}">
        <p14:creationId xmlns:p14="http://schemas.microsoft.com/office/powerpoint/2010/main" val="913454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CR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EAE1D-A17F-4488-A7C3-FE2BA9BAA39C}" type="datetimeFigureOut">
              <a:rPr lang="es-CR" smtClean="0"/>
              <a:t>10/9/2026</a:t>
            </a:fld>
            <a:endParaRPr lang="es-C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50F48-4DBC-46EB-817A-4519D20C4505}" type="slidenum">
              <a:rPr lang="es-CR" smtClean="0"/>
              <a:t>‹Nº›</a:t>
            </a:fld>
            <a:endParaRPr lang="es-CR"/>
          </a:p>
        </p:txBody>
      </p:sp>
    </p:spTree>
    <p:extLst>
      <p:ext uri="{BB962C8B-B14F-4D97-AF65-F5344CB8AC3E}">
        <p14:creationId xmlns:p14="http://schemas.microsoft.com/office/powerpoint/2010/main" val="3870973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CR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EAE1D-A17F-4488-A7C3-FE2BA9BAA39C}" type="datetimeFigureOut">
              <a:rPr lang="es-CR" smtClean="0"/>
              <a:t>10/9/2026</a:t>
            </a:fld>
            <a:endParaRPr lang="es-C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650F48-4DBC-46EB-817A-4519D20C4505}" type="slidenum">
              <a:rPr lang="es-CR" smtClean="0"/>
              <a:t>‹Nº›</a:t>
            </a:fld>
            <a:endParaRPr lang="es-CR"/>
          </a:p>
        </p:txBody>
      </p:sp>
    </p:spTree>
    <p:extLst>
      <p:ext uri="{BB962C8B-B14F-4D97-AF65-F5344CB8AC3E}">
        <p14:creationId xmlns:p14="http://schemas.microsoft.com/office/powerpoint/2010/main" val="684567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CR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C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4EAE1D-A17F-4488-A7C3-FE2BA9BAA39C}" type="datetimeFigureOut">
              <a:rPr lang="es-CR" smtClean="0"/>
              <a:t>10/9/2026</a:t>
            </a:fld>
            <a:endParaRPr lang="es-C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650F48-4DBC-46EB-817A-4519D20C4505}" type="slidenum">
              <a:rPr lang="es-CR" smtClean="0"/>
              <a:t>‹Nº›</a:t>
            </a:fld>
            <a:endParaRPr lang="es-CR"/>
          </a:p>
        </p:txBody>
      </p:sp>
    </p:spTree>
    <p:extLst>
      <p:ext uri="{BB962C8B-B14F-4D97-AF65-F5344CB8AC3E}">
        <p14:creationId xmlns:p14="http://schemas.microsoft.com/office/powerpoint/2010/main" val="1596114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1611" cy="3426689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1611" y="0"/>
            <a:ext cx="6421685" cy="3426689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805" y="3426689"/>
            <a:ext cx="6418249" cy="3441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37749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Panorámica</PresentationFormat>
  <Paragraphs>0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de Office</vt:lpstr>
      <vt:lpstr>Presentación de PowerPoint</vt:lpstr>
    </vt:vector>
  </TitlesOfParts>
  <Company>Universidad Nacional de Costa Rica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Estudiante UNA</dc:creator>
  <cp:lastModifiedBy>Estudiante UNA</cp:lastModifiedBy>
  <cp:revision>1</cp:revision>
  <dcterms:created xsi:type="dcterms:W3CDTF">2026-09-10T20:21:18Z</dcterms:created>
  <dcterms:modified xsi:type="dcterms:W3CDTF">2026-09-10T20:22:01Z</dcterms:modified>
</cp:coreProperties>
</file>