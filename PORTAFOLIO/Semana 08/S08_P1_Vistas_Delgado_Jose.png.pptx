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EAE1D-A17F-4488-A7C3-FE2BA9BAA39C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0F48-4DBC-46EB-817A-4519D20C450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223113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EAE1D-A17F-4488-A7C3-FE2BA9BAA39C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0F48-4DBC-46EB-817A-4519D20C450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9748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EAE1D-A17F-4488-A7C3-FE2BA9BAA39C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0F48-4DBC-46EB-817A-4519D20C450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47027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EAE1D-A17F-4488-A7C3-FE2BA9BAA39C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0F48-4DBC-46EB-817A-4519D20C450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3879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EAE1D-A17F-4488-A7C3-FE2BA9BAA39C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0F48-4DBC-46EB-817A-4519D20C450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12027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EAE1D-A17F-4488-A7C3-FE2BA9BAA39C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0F48-4DBC-46EB-817A-4519D20C450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93403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EAE1D-A17F-4488-A7C3-FE2BA9BAA39C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0F48-4DBC-46EB-817A-4519D20C450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21063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EAE1D-A17F-4488-A7C3-FE2BA9BAA39C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0F48-4DBC-46EB-817A-4519D20C450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01954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EAE1D-A17F-4488-A7C3-FE2BA9BAA39C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0F48-4DBC-46EB-817A-4519D20C450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913454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EAE1D-A17F-4488-A7C3-FE2BA9BAA39C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0F48-4DBC-46EB-817A-4519D20C450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70973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EAE1D-A17F-4488-A7C3-FE2BA9BAA39C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0F48-4DBC-46EB-817A-4519D20C450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84567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EAE1D-A17F-4488-A7C3-FE2BA9BAA39C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50F48-4DBC-46EB-817A-4519D20C4505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9611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209" y="0"/>
            <a:ext cx="5761611" cy="3426689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209" y="3426689"/>
            <a:ext cx="5399209" cy="288108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42" y="0"/>
            <a:ext cx="5298667" cy="323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3774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Universidad Nacional de Costa 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Estudiante UNA</dc:creator>
  <cp:lastModifiedBy>Estudiante UNA</cp:lastModifiedBy>
  <cp:revision>2</cp:revision>
  <dcterms:created xsi:type="dcterms:W3CDTF">2026-09-10T20:21:18Z</dcterms:created>
  <dcterms:modified xsi:type="dcterms:W3CDTF">2026-09-10T20:50:44Z</dcterms:modified>
</cp:coreProperties>
</file>